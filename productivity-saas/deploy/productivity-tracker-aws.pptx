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b306df3d-1d10-ea10-878e-333eba50cb4d}">
          <p14:sldIdLst>
            <p14:sldId id="256"/>
            <p14:sldId id="257"/>
          </p14:sldIdLst>
        </p14:section>
        <p14:section name="Deployment" id="{71420b8f-f764-3b24-bd25-f17bf69abbfd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Hardening" id="{174d8934-b2d2-00e8-8957-cf1a8b53ba54}">
          <p14:sldIdLst>
            <p14:sldId id="264"/>
            <p14:sldId id="265"/>
          </p14:sldIdLst>
        </p14:section>
        <p14:section name="Wrap up" id="{d00a4edb-bf94-625f-9d3c-3c8504deff70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Intro: what the project is and how it was put on AWS.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Browser hits the Elastic IP on port 80. nginx serves the client and proxies /api to Node. Node reads secrets from SSM through the instance role and talks to Atlas.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decision and the reason. EC2 because the API is a long running server. nginx gives one origin. SSM plus IAM keeps secrets out of code. CloudFormation gives repeatability and change set previews. Elastic IP because Atlas needs a fixed address. Only port 80 open, admin through Session Manager.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2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01752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Productivity Tracker on AWS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0175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full-stack productivity app, deployed as code on AWS</a:t>
            </a:r>
            <a:endParaRPr lang="en-US" sz="1800" dirty="0"/>
          </a:p>
        </p:txBody>
      </p:sp>
      <p:sp>
        <p:nvSpPr>
          <p:cNvPr id="4" name="motif"/>
          <p:cNvSpPr/>
          <p:nvPr/>
        </p:nvSpPr>
        <p:spPr>
          <a:xfrm>
            <a:off x="6949440" y="457200"/>
            <a:ext cx="1463040" cy="14630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0" y="45720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AWS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the app does</a:t>
            </a:r>
            <a:endParaRPr lang="en-US" sz="3000" dirty="0"/>
          </a:p>
        </p:txBody>
      </p:sp>
      <p:sp>
        <p:nvSpPr>
          <p:cNvPr id="3" name="card0"/>
          <p:cNvSpPr/>
          <p:nvPr/>
        </p:nvSpPr>
        <p:spPr>
          <a:xfrm>
            <a:off x="548640" y="1280160"/>
            <a:ext cx="39319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4" name="num0"/>
          <p:cNvSpPr txBox="1"/>
          <p:nvPr/>
        </p:nvSpPr>
        <p:spPr>
          <a:xfrm>
            <a:off x="731520" y="1463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Tasks and habits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1051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Priorities, due dates, daily streaks</a:t>
            </a:r>
            <a:endParaRPr lang="en-US" sz="1400" dirty="0"/>
          </a:p>
        </p:txBody>
      </p:sp>
      <p:sp>
        <p:nvSpPr>
          <p:cNvPr id="7" name="card1"/>
          <p:cNvSpPr/>
          <p:nvPr/>
        </p:nvSpPr>
        <p:spPr>
          <a:xfrm>
            <a:off x="4663440" y="1280160"/>
            <a:ext cx="39319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8" name="num1"/>
          <p:cNvSpPr txBox="1"/>
          <p:nvPr/>
        </p:nvSpPr>
        <p:spPr>
          <a:xfrm>
            <a:off x="4846320" y="1463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9496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Focus sessions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181051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Pomodoro timer, tab-switch distraction tracking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548640" y="2606040"/>
            <a:ext cx="39319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num2"/>
          <p:cNvSpPr txBox="1"/>
          <p:nvPr/>
        </p:nvSpPr>
        <p:spPr>
          <a:xfrm>
            <a:off x="731520" y="27889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743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Analytics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1363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Productivity and Focus scores, charts, heatmap</a:t>
            </a:r>
            <a:endParaRPr lang="en-US" sz="1400" dirty="0"/>
          </a:p>
        </p:txBody>
      </p:sp>
      <p:sp>
        <p:nvSpPr>
          <p:cNvPr id="15" name="card3"/>
          <p:cNvSpPr/>
          <p:nvPr/>
        </p:nvSpPr>
        <p:spPr>
          <a:xfrm>
            <a:off x="4663440" y="2606040"/>
            <a:ext cx="39319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num3"/>
          <p:cNvSpPr txBox="1"/>
          <p:nvPr/>
        </p:nvSpPr>
        <p:spPr>
          <a:xfrm>
            <a:off x="4846320" y="27889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2743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Notes and calendar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31363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Per-user notes, calendar of tasks and habits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Stack: vanilla JS client, Node.js 20 and Express, JWT login with bcrypt, MongoDB Atlas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From free-tier hosting to AWS</a:t>
            </a:r>
            <a:endParaRPr lang="en-US" sz="3000" dirty="0"/>
          </a:p>
        </p:txBody>
      </p:sp>
      <p:sp>
        <p:nvSpPr>
          <p:cNvPr id="3" name="before"/>
          <p:cNvSpPr/>
          <p:nvPr/>
        </p:nvSpPr>
        <p:spPr>
          <a:xfrm>
            <a:off x="548640" y="1280160"/>
            <a:ext cx="384048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4" name="after"/>
          <p:cNvSpPr/>
          <p:nvPr/>
        </p:nvSpPr>
        <p:spPr>
          <a:xfrm>
            <a:off x="4754880" y="1280160"/>
            <a:ext cx="384048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17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Before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Frontend on Netlify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API on Render (sleeps, slow first load)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Database on MongoDB Atlas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417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Now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920240"/>
            <a:ext cx="3383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EC2 server runs nginx and the API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Always on, fixed Elastic IP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Everything defined as CloudFormation code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Secrets in SSM Parameter Store</a:t>
            </a:r>
            <a:endParaRPr lang="en-US" sz="1600" dirty="0"/>
          </a:p>
        </p:txBody>
      </p:sp>
      <p:sp>
        <p:nvSpPr>
          <p:cNvPr id="9" name="arrow"/>
          <p:cNvSpPr/>
          <p:nvPr/>
        </p:nvSpPr>
        <p:spPr>
          <a:xfrm>
            <a:off x="4416552" y="2560320"/>
            <a:ext cx="310896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AWS architecture</a:t>
            </a:r>
            <a:endParaRPr lang="en-US" sz="3000" dirty="0"/>
          </a:p>
        </p:txBody>
      </p:sp>
      <p:sp>
        <p:nvSpPr>
          <p:cNvPr id="3" name="vpc"/>
          <p:cNvSpPr/>
          <p:nvPr/>
        </p:nvSpPr>
        <p:spPr>
          <a:xfrm>
            <a:off x="3291840" y="1188720"/>
            <a:ext cx="374904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5875">
            <a:solidFill>
              <a:schemeClr val="accent3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3429000" y="12161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VPC 10.20.0.0/16, public subnet</a:t>
            </a:r>
            <a:endParaRPr lang="en-US" sz="1100" dirty="0"/>
          </a:p>
        </p:txBody>
      </p:sp>
      <p:sp>
        <p:nvSpPr>
          <p:cNvPr id="5" name="browser"/>
          <p:cNvSpPr txBox="1"/>
          <p:nvPr/>
        </p:nvSpPr>
        <p:spPr>
          <a:xfrm>
            <a:off x="457200" y="2011680"/>
            <a:ext cx="1188720" cy="822960"/>
          </a:xfrm>
          <a:prstGeom prst="roundRect">
            <a:avLst>
              <a:gd name="adj" fmla="val 6667"/>
            </a:avLst>
          </a:prstGeom>
          <a:solidFill>
            <a:schemeClr val="accent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Browser</a:t>
            </a:r>
            <a:endParaRPr lang="en-US" sz="1200" dirty="0"/>
          </a:p>
        </p:txBody>
      </p:sp>
      <p:sp>
        <p:nvSpPr>
          <p:cNvPr id="6" name="eip"/>
          <p:cNvSpPr txBox="1"/>
          <p:nvPr/>
        </p:nvSpPr>
        <p:spPr>
          <a:xfrm>
            <a:off x="1874520" y="2011680"/>
            <a:ext cx="1188720" cy="82296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Elastic IP 3.7.158.104</a:t>
            </a:r>
            <a:endParaRPr lang="en-US" sz="1100" dirty="0"/>
          </a:p>
        </p:txBody>
      </p:sp>
      <p:sp>
        <p:nvSpPr>
          <p:cNvPr id="7" name="ec2"/>
          <p:cNvSpPr/>
          <p:nvPr/>
        </p:nvSpPr>
        <p:spPr>
          <a:xfrm>
            <a:off x="3474720" y="1600200"/>
            <a:ext cx="3383280" cy="178308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6276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EC2 t3.micro, Amazon Linux 2023</a:t>
            </a:r>
            <a:endParaRPr lang="en-US" sz="1100" dirty="0"/>
          </a:p>
        </p:txBody>
      </p:sp>
      <p:sp>
        <p:nvSpPr>
          <p:cNvPr id="9" name="nginx"/>
          <p:cNvSpPr txBox="1"/>
          <p:nvPr/>
        </p:nvSpPr>
        <p:spPr>
          <a:xfrm>
            <a:off x="3611880" y="2011680"/>
            <a:ext cx="1417320" cy="1188720"/>
          </a:xfrm>
          <a:prstGeom prst="roundRect">
            <a:avLst>
              <a:gd name="adj" fmla="val 4615"/>
            </a:avLst>
          </a:prstGeom>
          <a:solidFill>
            <a:schemeClr val="accent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nginx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static site + /api proxy</a:t>
            </a:r>
            <a:endParaRPr lang="en-US" sz="1100" dirty="0"/>
          </a:p>
        </p:txBody>
      </p:sp>
      <p:sp>
        <p:nvSpPr>
          <p:cNvPr id="10" name="node"/>
          <p:cNvSpPr txBox="1"/>
          <p:nvPr/>
        </p:nvSpPr>
        <p:spPr>
          <a:xfrm>
            <a:off x="5303520" y="2011680"/>
            <a:ext cx="1417320" cy="1188720"/>
          </a:xfrm>
          <a:prstGeom prst="roundRect">
            <a:avLst>
              <a:gd name="adj" fmla="val 4615"/>
            </a:avLst>
          </a:prstGeom>
          <a:solidFill>
            <a:schemeClr val="accent5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Node + Express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systemd, port 3000</a:t>
            </a:r>
            <a:endParaRPr lang="en-US" sz="1100" dirty="0"/>
          </a:p>
        </p:txBody>
      </p:sp>
      <p:sp>
        <p:nvSpPr>
          <p:cNvPr id="11" name="atlas"/>
          <p:cNvSpPr txBox="1"/>
          <p:nvPr/>
        </p:nvSpPr>
        <p:spPr>
          <a:xfrm>
            <a:off x="7360920" y="2011680"/>
            <a:ext cx="1325880" cy="822960"/>
          </a:xfrm>
          <a:prstGeom prst="roundRect">
            <a:avLst>
              <a:gd name="adj" fmla="val 6667"/>
            </a:avLst>
          </a:prstGeom>
          <a:solidFill>
            <a:schemeClr val="accent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MongoDB Atlas</a:t>
            </a:r>
            <a:endParaRPr lang="en-US" sz="1200" dirty="0"/>
          </a:p>
        </p:txBody>
      </p:sp>
      <p:sp>
        <p:nvSpPr>
          <p:cNvPr id="12" name="ssm"/>
          <p:cNvSpPr txBox="1"/>
          <p:nvPr/>
        </p:nvSpPr>
        <p:spPr>
          <a:xfrm>
            <a:off x="3474720" y="3611880"/>
            <a:ext cx="16002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SSM Parameter Store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(secrets)</a:t>
            </a:r>
            <a:endParaRPr lang="en-US" sz="1100" dirty="0"/>
          </a:p>
        </p:txBody>
      </p:sp>
      <p:sp>
        <p:nvSpPr>
          <p:cNvPr id="13" name="iam"/>
          <p:cNvSpPr txBox="1"/>
          <p:nvPr/>
        </p:nvSpPr>
        <p:spPr>
          <a:xfrm>
            <a:off x="5257800" y="3611880"/>
            <a:ext cx="16002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IAM role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(read 2 params)</a:t>
            </a:r>
            <a:endParaRPr lang="en-US" sz="1100" dirty="0"/>
          </a:p>
        </p:txBody>
      </p:sp>
      <p:sp>
        <p:nvSpPr>
          <p:cNvPr id="14" name="a1"/>
          <p:cNvSpPr/>
          <p:nvPr/>
        </p:nvSpPr>
        <p:spPr>
          <a:xfrm>
            <a:off x="1645920" y="2423160"/>
            <a:ext cx="22860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5" name="a2"/>
          <p:cNvSpPr/>
          <p:nvPr/>
        </p:nvSpPr>
        <p:spPr>
          <a:xfrm>
            <a:off x="3063240" y="2423160"/>
            <a:ext cx="5486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a3"/>
          <p:cNvSpPr/>
          <p:nvPr/>
        </p:nvSpPr>
        <p:spPr>
          <a:xfrm>
            <a:off x="5029200" y="2606040"/>
            <a:ext cx="27432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a4"/>
          <p:cNvSpPr/>
          <p:nvPr/>
        </p:nvSpPr>
        <p:spPr>
          <a:xfrm>
            <a:off x="6720840" y="2423160"/>
            <a:ext cx="64008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a5"/>
          <p:cNvSpPr/>
          <p:nvPr/>
        </p:nvSpPr>
        <p:spPr>
          <a:xfrm flipV="1">
            <a:off x="4297680" y="3200400"/>
            <a:ext cx="0" cy="41148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5720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Security group: TCP 80 only, no SSH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AWS services used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Service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Role in this project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CloudFormation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One template builds and updates everything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VPC, subnet, gateway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Dedicated network, since no default VPC existed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EC2 and Elastic IP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Runs nginx and the API on a fixed address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Security group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Only port 80 open, no SSH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SSM Parameter Store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Encrypted DB string and JWT secret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IAM and Session Manager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Least privilege access, shell without keys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Why each choice was made</a:t>
            </a:r>
            <a:endParaRPr lang="en-US" sz="3000" dirty="0"/>
          </a:p>
        </p:txBody>
      </p:sp>
      <p:sp>
        <p:nvSpPr>
          <p:cNvPr id="3" name="wy0"/>
          <p:cNvSpPr/>
          <p:nvPr/>
        </p:nvSpPr>
        <p:spPr>
          <a:xfrm>
            <a:off x="548640" y="118872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4" name="wn0"/>
          <p:cNvSpPr txBox="1"/>
          <p:nvPr/>
        </p:nvSpPr>
        <p:spPr>
          <a:xfrm>
            <a:off x="685800" y="12984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2801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EC2, not Lambda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6420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Long-running Express server with a persistent DB connection</a:t>
            </a:r>
            <a:endParaRPr lang="en-US" sz="1400" dirty="0"/>
          </a:p>
        </p:txBody>
      </p:sp>
      <p:sp>
        <p:nvSpPr>
          <p:cNvPr id="7" name="wy1"/>
          <p:cNvSpPr/>
          <p:nvPr/>
        </p:nvSpPr>
        <p:spPr>
          <a:xfrm>
            <a:off x="4663440" y="118872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8" name="wn1"/>
          <p:cNvSpPr txBox="1"/>
          <p:nvPr/>
        </p:nvSpPr>
        <p:spPr>
          <a:xfrm>
            <a:off x="4800600" y="12984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12801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nginx in front of Node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166420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origin, no CORS, Node stays on a private port</a:t>
            </a:r>
            <a:endParaRPr lang="en-US" sz="1400" dirty="0"/>
          </a:p>
        </p:txBody>
      </p:sp>
      <p:sp>
        <p:nvSpPr>
          <p:cNvPr id="11" name="wy2"/>
          <p:cNvSpPr/>
          <p:nvPr/>
        </p:nvSpPr>
        <p:spPr>
          <a:xfrm>
            <a:off x="548640" y="233172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wn2"/>
          <p:cNvSpPr txBox="1"/>
          <p:nvPr/>
        </p:nvSpPr>
        <p:spPr>
          <a:xfrm>
            <a:off x="685800" y="24414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4231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SSM and an IAM role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80720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Secrets never in code, no access keys on the box</a:t>
            </a:r>
            <a:endParaRPr lang="en-US" sz="1400" dirty="0"/>
          </a:p>
        </p:txBody>
      </p:sp>
      <p:sp>
        <p:nvSpPr>
          <p:cNvPr id="15" name="wy3"/>
          <p:cNvSpPr/>
          <p:nvPr/>
        </p:nvSpPr>
        <p:spPr>
          <a:xfrm>
            <a:off x="4663440" y="233172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wn3"/>
          <p:cNvSpPr txBox="1"/>
          <p:nvPr/>
        </p:nvSpPr>
        <p:spPr>
          <a:xfrm>
            <a:off x="4800600" y="24414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24231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CloudFormation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80720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Repeatable, reviewable, previewed before every change</a:t>
            </a:r>
            <a:endParaRPr lang="en-US" sz="1400" dirty="0"/>
          </a:p>
        </p:txBody>
      </p:sp>
      <p:sp>
        <p:nvSpPr>
          <p:cNvPr id="19" name="wy4"/>
          <p:cNvSpPr/>
          <p:nvPr/>
        </p:nvSpPr>
        <p:spPr>
          <a:xfrm>
            <a:off x="548640" y="347472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wn4"/>
          <p:cNvSpPr txBox="1"/>
          <p:nvPr/>
        </p:nvSpPr>
        <p:spPr>
          <a:xfrm>
            <a:off x="685800" y="35844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35661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Elastic IP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5020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Atlas allowlists IPs, so the address must not change</a:t>
            </a:r>
            <a:endParaRPr lang="en-US" sz="1400" dirty="0"/>
          </a:p>
        </p:txBody>
      </p:sp>
      <p:sp>
        <p:nvSpPr>
          <p:cNvPr id="23" name="wy5"/>
          <p:cNvSpPr/>
          <p:nvPr/>
        </p:nvSpPr>
        <p:spPr>
          <a:xfrm>
            <a:off x="4663440" y="347472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4" name="wn5"/>
          <p:cNvSpPr txBox="1"/>
          <p:nvPr/>
        </p:nvSpPr>
        <p:spPr>
          <a:xfrm>
            <a:off x="4800600" y="35844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303520" y="35661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Port 80 only, no SSH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303520" y="395020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Small attack surface, Session Manager for admin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secrets stay out of the code</a:t>
            </a:r>
            <a:endParaRPr lang="en-US" sz="3000" dirty="0"/>
          </a:p>
        </p:txBody>
      </p:sp>
      <p:sp>
        <p:nvSpPr>
          <p:cNvPr id="3" name="st0"/>
          <p:cNvSpPr/>
          <p:nvPr/>
        </p:nvSpPr>
        <p:spPr>
          <a:xfrm>
            <a:off x="548640" y="1371600"/>
            <a:ext cx="1874520" cy="237744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4" name="sn0"/>
          <p:cNvSpPr txBox="1"/>
          <p:nvPr/>
        </p:nvSpPr>
        <p:spPr>
          <a:xfrm>
            <a:off x="685800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Stored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2316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MongoDB string and JWT secret saved as encrypted SecureStrings</a:t>
            </a:r>
            <a:endParaRPr lang="en-US" sz="1400" dirty="0"/>
          </a:p>
        </p:txBody>
      </p:sp>
      <p:sp>
        <p:nvSpPr>
          <p:cNvPr id="7" name="st1"/>
          <p:cNvSpPr/>
          <p:nvPr/>
        </p:nvSpPr>
        <p:spPr>
          <a:xfrm>
            <a:off x="2606040" y="1371600"/>
            <a:ext cx="1874520" cy="237744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8" name="sn1"/>
          <p:cNvSpPr txBox="1"/>
          <p:nvPr/>
        </p:nvSpPr>
        <p:spPr>
          <a:xfrm>
            <a:off x="2743200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011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Fetched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42316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 each start, the instance role reads only those two parameters</a:t>
            </a:r>
            <a:endParaRPr lang="en-US" sz="1400" dirty="0"/>
          </a:p>
        </p:txBody>
      </p:sp>
      <p:sp>
        <p:nvSpPr>
          <p:cNvPr id="11" name="st2"/>
          <p:cNvSpPr/>
          <p:nvPr/>
        </p:nvSpPr>
        <p:spPr>
          <a:xfrm>
            <a:off x="4663440" y="1371600"/>
            <a:ext cx="1874520" cy="237744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sn2"/>
          <p:cNvSpPr txBox="1"/>
          <p:nvPr/>
        </p:nvSpPr>
        <p:spPr>
          <a:xfrm>
            <a:off x="4800600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011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Loaded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42316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Written to memory (/run), mode 600, then Node starts</a:t>
            </a:r>
            <a:endParaRPr lang="en-US" sz="1400" dirty="0"/>
          </a:p>
        </p:txBody>
      </p:sp>
      <p:sp>
        <p:nvSpPr>
          <p:cNvPr id="15" name="st3"/>
          <p:cNvSpPr/>
          <p:nvPr/>
        </p:nvSpPr>
        <p:spPr>
          <a:xfrm>
            <a:off x="6720840" y="1371600"/>
            <a:ext cx="1874520" cy="237744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sn3"/>
          <p:cNvSpPr txBox="1"/>
          <p:nvPr/>
        </p:nvSpPr>
        <p:spPr>
          <a:xfrm>
            <a:off x="6858000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2011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Rotated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242316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Update the parameter, restart the service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Also: IMDSv2 required, no inbound SSH, nothing sensitive in git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Problems hit and how they were solved</a:t>
            </a:r>
            <a:endParaRPr lang="en-US" sz="3000" dirty="0"/>
          </a:p>
        </p:txBody>
      </p:sp>
      <p:sp>
        <p:nvSpPr>
          <p:cNvPr id="3" name="ch0"/>
          <p:cNvSpPr/>
          <p:nvPr/>
        </p:nvSpPr>
        <p:spPr>
          <a:xfrm>
            <a:off x="548640" y="1234440"/>
            <a:ext cx="804672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No default VPC in the region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1280160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Built our own VPC, subnet and routes in the template</a:t>
            </a:r>
            <a:endParaRPr lang="en-US" sz="1400" dirty="0"/>
          </a:p>
        </p:txBody>
      </p:sp>
      <p:sp>
        <p:nvSpPr>
          <p:cNvPr id="6" name="ch1"/>
          <p:cNvSpPr/>
          <p:nvPr/>
        </p:nvSpPr>
        <p:spPr>
          <a:xfrm>
            <a:off x="548640" y="2057400"/>
            <a:ext cx="804672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10312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CloudFront denied (account verification)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2103120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Switched to a single EC2 with nginx, CloudFront variant kept for later</a:t>
            </a:r>
            <a:endParaRPr lang="en-US" sz="1400" dirty="0"/>
          </a:p>
        </p:txBody>
      </p:sp>
      <p:sp>
        <p:nvSpPr>
          <p:cNvPr id="9" name="ch2"/>
          <p:cNvSpPr/>
          <p:nvPr/>
        </p:nvSpPr>
        <p:spPr>
          <a:xfrm>
            <a:off x="548640" y="2880360"/>
            <a:ext cx="804672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92608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API failed to start under systemd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2926080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Secrets loaded through a bash wrapper, nginx started first</a:t>
            </a:r>
            <a:endParaRPr lang="en-US" sz="1400" dirty="0"/>
          </a:p>
        </p:txBody>
      </p:sp>
      <p:sp>
        <p:nvSpPr>
          <p:cNvPr id="12" name="ch3"/>
          <p:cNvSpPr/>
          <p:nvPr/>
        </p:nvSpPr>
        <p:spPr>
          <a:xfrm>
            <a:off x="548640" y="3703320"/>
            <a:ext cx="804672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74904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Atlas connection timing out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3749040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Allowlist the Elastic IP and make sure the cluster is running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Added: monitoring and self-healing</a:t>
            </a:r>
            <a:endParaRPr lang="en-US" sz="3000" dirty="0"/>
          </a:p>
        </p:txBody>
      </p:sp>
      <p:sp>
        <p:nvSpPr>
          <p:cNvPr id="3" name="al0"/>
          <p:cNvSpPr/>
          <p:nvPr/>
        </p:nvSpPr>
        <p:spPr>
          <a:xfrm>
            <a:off x="548640" y="1280160"/>
            <a:ext cx="39319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Host failure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Auto recover the instance on new hardware, same IP, email sent</a:t>
            </a:r>
            <a:endParaRPr lang="en-US" sz="1400" dirty="0"/>
          </a:p>
        </p:txBody>
      </p:sp>
      <p:sp>
        <p:nvSpPr>
          <p:cNvPr id="6" name="al1"/>
          <p:cNvSpPr/>
          <p:nvPr/>
        </p:nvSpPr>
        <p:spPr>
          <a:xfrm>
            <a:off x="4663440" y="1280160"/>
            <a:ext cx="39319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3898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OS not responding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830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Automatic reboot and an email alert</a:t>
            </a:r>
            <a:endParaRPr lang="en-US" sz="1400" dirty="0"/>
          </a:p>
        </p:txBody>
      </p:sp>
      <p:sp>
        <p:nvSpPr>
          <p:cNvPr id="9" name="al2"/>
          <p:cNvSpPr/>
          <p:nvPr/>
        </p:nvSpPr>
        <p:spPr>
          <a:xfrm>
            <a:off x="548640" y="2560320"/>
            <a:ext cx="39319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6700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High CPU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0632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Email if CPU over 80% for 10 minutes</a:t>
            </a:r>
            <a:endParaRPr lang="en-US" sz="1400" dirty="0"/>
          </a:p>
        </p:txBody>
      </p:sp>
      <p:sp>
        <p:nvSpPr>
          <p:cNvPr id="12" name="al3"/>
          <p:cNvSpPr/>
          <p:nvPr/>
        </p:nvSpPr>
        <p:spPr>
          <a:xfrm>
            <a:off x="4663440" y="2560320"/>
            <a:ext cx="39319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6700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Dashboard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0632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CPU, network and status checks on one page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319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CloudWatch alarms, SNS email topic and dashboard are part of the CloudFormation stack. They were applied to the live stack on 27 Oct 2026.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comes next</a:t>
            </a:r>
            <a:endParaRPr lang="en-US" sz="3000" dirty="0"/>
          </a:p>
        </p:txBody>
      </p:sp>
      <p:sp>
        <p:nvSpPr>
          <p:cNvPr id="3" name="rm0"/>
          <p:cNvSpPr/>
          <p:nvPr/>
        </p:nvSpPr>
        <p:spPr>
          <a:xfrm>
            <a:off x="548640" y="1280160"/>
            <a:ext cx="256032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4" name="rn0"/>
          <p:cNvSpPr txBox="1"/>
          <p:nvPr/>
        </p:nvSpPr>
        <p:spPr>
          <a:xfrm>
            <a:off x="685800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4173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HTTPS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01952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CloudFront and an ACM certificate once verification clears</a:t>
            </a:r>
            <a:endParaRPr lang="en-US" sz="1400" dirty="0"/>
          </a:p>
        </p:txBody>
      </p:sp>
      <p:sp>
        <p:nvSpPr>
          <p:cNvPr id="7" name="rm1"/>
          <p:cNvSpPr/>
          <p:nvPr/>
        </p:nvSpPr>
        <p:spPr>
          <a:xfrm>
            <a:off x="3291840" y="1280160"/>
            <a:ext cx="256032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8" name="rn1"/>
          <p:cNvSpPr txBox="1"/>
          <p:nvPr/>
        </p:nvSpPr>
        <p:spPr>
          <a:xfrm>
            <a:off x="3429000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886200" y="14173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Custom domain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01952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Route 53 record for a friendly name</a:t>
            </a:r>
            <a:endParaRPr lang="en-US" sz="1400" dirty="0"/>
          </a:p>
        </p:txBody>
      </p:sp>
      <p:sp>
        <p:nvSpPr>
          <p:cNvPr id="11" name="rm2"/>
          <p:cNvSpPr/>
          <p:nvPr/>
        </p:nvSpPr>
        <p:spPr>
          <a:xfrm>
            <a:off x="6035040" y="1280160"/>
            <a:ext cx="256032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rn2"/>
          <p:cNvSpPr txBox="1"/>
          <p:nvPr/>
        </p:nvSpPr>
        <p:spPr>
          <a:xfrm>
            <a:off x="6172200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14173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High availability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1901952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Load balancer and auto scaling over two zones</a:t>
            </a:r>
            <a:endParaRPr lang="en-US" sz="1400" dirty="0"/>
          </a:p>
        </p:txBody>
      </p:sp>
      <p:sp>
        <p:nvSpPr>
          <p:cNvPr id="15" name="rm3"/>
          <p:cNvSpPr/>
          <p:nvPr/>
        </p:nvSpPr>
        <p:spPr>
          <a:xfrm>
            <a:off x="548640" y="3017520"/>
            <a:ext cx="256032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rn3"/>
          <p:cNvSpPr txBox="1"/>
          <p:nvPr/>
        </p:nvSpPr>
        <p:spPr>
          <a:xfrm>
            <a:off x="685800" y="315468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31546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Logs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3639312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CloudWatch agent for nginx and API logs</a:t>
            </a:r>
            <a:endParaRPr lang="en-US" sz="1400" dirty="0"/>
          </a:p>
        </p:txBody>
      </p:sp>
      <p:sp>
        <p:nvSpPr>
          <p:cNvPr id="19" name="rm4"/>
          <p:cNvSpPr/>
          <p:nvPr/>
        </p:nvSpPr>
        <p:spPr>
          <a:xfrm>
            <a:off x="3291840" y="3017520"/>
            <a:ext cx="256032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rn4"/>
          <p:cNvSpPr txBox="1"/>
          <p:nvPr/>
        </p:nvSpPr>
        <p:spPr>
          <a:xfrm>
            <a:off x="3429000" y="315468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886200" y="31546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Backups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639312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Encrypted volume and AWS Backup snapshots</a:t>
            </a:r>
            <a:endParaRPr lang="en-US" sz="1400" dirty="0"/>
          </a:p>
        </p:txBody>
      </p:sp>
      <p:sp>
        <p:nvSpPr>
          <p:cNvPr id="23" name="rm5"/>
          <p:cNvSpPr/>
          <p:nvPr/>
        </p:nvSpPr>
        <p:spPr>
          <a:xfrm>
            <a:off x="6035040" y="3017520"/>
            <a:ext cx="256032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4" name="rn5"/>
          <p:cNvSpPr txBox="1"/>
          <p:nvPr/>
        </p:nvSpPr>
        <p:spPr>
          <a:xfrm>
            <a:off x="6172200" y="315468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629400" y="31546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CI/CD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3639312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GitHub Actions updates the stack on push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Live on AWS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0175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http://3.7.158.104  |  ap-south-1  |  CloudFormation stack productivity-tracker-ec2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ductivity AWS">
  <a:themeElements>
    <a:clrScheme name="Productivity AWS">
      <a:dk1>
        <a:srgbClr val="0B1F33"/>
      </a:dk1>
      <a:lt1>
        <a:srgbClr val="FFFFFF"/>
      </a:lt1>
      <a:dk2>
        <a:srgbClr val="12283F"/>
      </a:dk2>
      <a:lt2>
        <a:srgbClr val="EEF3F8"/>
      </a:lt2>
      <a:accent1>
        <a:srgbClr val="FF9900"/>
      </a:accent1>
      <a:accent2>
        <a:srgbClr val="1F8A9E"/>
      </a:accent2>
      <a:accent3>
        <a:srgbClr val="3B6EA5"/>
      </a:accent3>
      <a:accent4>
        <a:srgbClr val="6B7C8F"/>
      </a:accent4>
      <a:accent5>
        <a:srgbClr val="2E9E6B"/>
      </a:accent5>
      <a:accent6>
        <a:srgbClr val="D64545"/>
      </a:accent6>
      <a:hlink>
        <a:srgbClr val="3B6EA5"/>
      </a:hlink>
      <a:folHlink>
        <a:srgbClr val="6B7C8F"/>
      </a:folHlink>
    </a:clrScheme>
    <a:fontScheme name="Productivity AW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Productivity Tracker on AWS</dc:title>
  <dc:subject>PptxGenJS Presentation</dc:subject>
  <dc:creator>Shyam</dc:creator>
  <cp:lastModifiedBy>Shyam</cp:lastModifiedBy>
  <cp:revision>1</cp:revision>
  <dcterms:created xsi:type="dcterms:W3CDTF">2026-10-27T12:27:35Z</dcterms:created>
  <dcterms:modified xsi:type="dcterms:W3CDTF">2026-10-27T12:27:35Z</dcterms:modified>
</cp:coreProperties>
</file>